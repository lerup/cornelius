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1524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FFFFFF"/>
                </a:solidFill>
              </a:rPr>
              <a:t>The origins of venture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1524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FFFFFF"/>
                </a:solidFill>
              </a:rPr>
              <a:t>Today the industry runs
on PE playbooks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1524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FFFFFF"/>
                </a:solidFill>
              </a:rPr>
              <a:t>Contrarian investing in hard domains
drives returns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1524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FFFFFF"/>
                </a:solidFill>
              </a:rPr>
              <a:t>The method works. We proved it twice.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1524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FFFFFF"/>
                </a:solidFill>
              </a:rPr>
              <a:t>The hard futures opportunity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1524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FFFFFF"/>
                </a:solidFill>
              </a:rPr>
              <a:t>We invest in hard futures at pre-seed
where few can follow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1524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FFFFFF"/>
                </a:solidFill>
              </a:rPr>
              <a:t>We enter at prices that create convexity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1524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FFFFFF"/>
                </a:solidFill>
              </a:rPr>
              <a:t>We build portfolios as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1524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FFFFFF"/>
                </a:solidFill>
              </a:rPr>
              <a:t>We built through 7y of compounding conviction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1524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FFFFFF"/>
                </a:solidFill>
              </a:rPr>
              <a:t>Two machines to punch above our weight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1524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FFFFFF"/>
                </a:solidFill>
              </a:rPr>
              <a:t>Our numbers - the good, the bad, the ugly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1524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FFFFFF"/>
                </a:solidFill>
              </a:rPr>
              <a:t>Fund III - Mars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1524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FFFFFF"/>
                </a:solidFill>
              </a:rPr>
              <a:t>What you need to believe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1524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FFFFFF"/>
                </a:solidFill>
              </a:rPr>
              <a:t>References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